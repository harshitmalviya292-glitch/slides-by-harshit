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70" r:id="rId6"/>
    <p:sldId id="260" r:id="rId7"/>
    <p:sldId id="262" r:id="rId8"/>
    <p:sldId id="265" r:id="rId9"/>
    <p:sldId id="267" r:id="rId10"/>
    <p:sldId id="269" r:id="rId11"/>
    <p:sldId id="27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661FDE8-5188-4498-964A-5AE705FCD6DB}">
          <p14:sldIdLst>
            <p14:sldId id="256"/>
            <p14:sldId id="257"/>
            <p14:sldId id="258"/>
          </p14:sldIdLst>
        </p14:section>
        <p14:section name="Untitled Section" id="{042E2C83-8032-4C2F-AC15-C40F0A846859}">
          <p14:sldIdLst/>
        </p14:section>
        <p14:section name="Untitled Section" id="{04B2A719-5E6C-4704-BF64-0DD5E1C05418}">
          <p14:sldIdLst>
            <p14:sldId id="260"/>
            <p14:sldId id="262"/>
            <p14:sldId id="265"/>
            <p14:sldId id="267"/>
            <p14:sldId id="269"/>
            <p14:sldId id="272"/>
            <p14:sldId id="270"/>
          </p14:sldIdLst>
        </p14:section>
        <p14:section name="Untitled Section" id="{D426CCBF-31C7-4447-9D39-9CDB0FFF5BB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34559" autoAdjust="0"/>
    <p:restoredTop sz="86462" autoAdjust="0"/>
  </p:normalViewPr>
  <p:slideViewPr>
    <p:cSldViewPr showGuides="1">
      <p:cViewPr>
        <p:scale>
          <a:sx n="66" d="100"/>
          <a:sy n="66" d="100"/>
        </p:scale>
        <p:origin x="-2142" y="-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F94BF-C61B-4D3A-B808-CF23244FD9C1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CE9C8-748C-4B14-8EC6-9B6705628917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CEAB-882F-445D-9762-43E98EA721B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3E0BD-FDDC-42C1-ACD1-C1218CBC74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CEAB-882F-445D-9762-43E98EA721B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3E0BD-FDDC-42C1-ACD1-C1218CBC74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CEAB-882F-445D-9762-43E98EA721B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3E0BD-FDDC-42C1-ACD1-C1218CBC74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CEAB-882F-445D-9762-43E98EA721B9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3E0BD-FDDC-42C1-ACD1-C1218CBC74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CEAB-882F-445D-9762-43E98EA721B9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3E0BD-FDDC-42C1-ACD1-C1218CBC74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CEAB-882F-445D-9762-43E98EA721B9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3E0BD-FDDC-42C1-ACD1-C1218CBC74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CEAB-882F-445D-9762-43E98EA721B9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3E0BD-FDDC-42C1-ACD1-C1218CBC74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CEAB-882F-445D-9762-43E98EA721B9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3E0BD-FDDC-42C1-ACD1-C1218CBC74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CEAB-882F-445D-9762-43E98EA721B9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3E0BD-FDDC-42C1-ACD1-C1218CBC74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CEAB-882F-445D-9762-43E98EA721B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3E0BD-FDDC-42C1-ACD1-C1218CBC74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CEAB-882F-445D-9762-43E98EA721B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3E0BD-FDDC-42C1-ACD1-C1218CBC74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DCEAB-882F-445D-9762-43E98EA721B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3E0BD-FDDC-42C1-ACD1-C1218CBC74B8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0" y="1447800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        “ A Safe Space to Talk Without Fear of Being Judged”</a:t>
            </a: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75193"/>
            <a:ext cx="7825740" cy="12957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685800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                     UNJUDE</a:t>
            </a:r>
            <a:endParaRPr lang="en-US" sz="4800" dirty="0"/>
          </a:p>
        </p:txBody>
      </p:sp>
      <p:sp>
        <p:nvSpPr>
          <p:cNvPr id="9" name="TextBox 8"/>
          <p:cNvSpPr txBox="1"/>
          <p:nvPr/>
        </p:nvSpPr>
        <p:spPr>
          <a:xfrm>
            <a:off x="76200" y="4114800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                           </a:t>
            </a:r>
            <a:r>
              <a:rPr lang="en-US" sz="2800" b="1" dirty="0" smtClean="0"/>
              <a:t>AI + HUMAN EMOTIONAL SUPPORT</a:t>
            </a:r>
            <a:endParaRPr lang="en-US" sz="2800" b="1" dirty="0"/>
          </a:p>
        </p:txBody>
      </p:sp>
      <p:sp>
        <p:nvSpPr>
          <p:cNvPr id="2" name="Text Box 1"/>
          <p:cNvSpPr txBox="1"/>
          <p:nvPr/>
        </p:nvSpPr>
        <p:spPr>
          <a:xfrm>
            <a:off x="593725" y="4690110"/>
            <a:ext cx="49688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PRESENTED BY :  </a:t>
            </a:r>
            <a:endParaRPr lang="en-US"/>
          </a:p>
          <a:p>
            <a:r>
              <a:rPr lang="en-US"/>
              <a:t>                              Aisha</a:t>
            </a:r>
            <a:endParaRPr lang="en-US"/>
          </a:p>
          <a:p>
            <a:r>
              <a:rPr lang="en-US"/>
              <a:t>                           Shivani</a:t>
            </a:r>
            <a:endParaRPr lang="en-US"/>
          </a:p>
          <a:p>
            <a:r>
              <a:rPr lang="en-US"/>
              <a:t>                           Amrita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611703"/>
            <a:ext cx="830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                          THE PROBLEM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152400" y="1524000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  </a:t>
            </a:r>
            <a:r>
              <a:rPr lang="en-US" sz="2400" dirty="0" smtClean="0"/>
              <a:t>“Many people want to talk, but fear being judged.”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22860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              </a:t>
            </a:r>
            <a:endParaRPr lang="en-US" sz="2400" dirty="0" smtClean="0"/>
          </a:p>
          <a:p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52400" y="2286000"/>
            <a:ext cx="8839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2800" dirty="0" smtClean="0"/>
            </a:br>
            <a:r>
              <a:rPr lang="en-US" sz="2800" dirty="0" smtClean="0"/>
              <a:t>       </a:t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2286000"/>
            <a:ext cx="8839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</a:t>
            </a:r>
            <a:r>
              <a:rPr lang="en-US" sz="2400" dirty="0" smtClean="0"/>
              <a:t>                </a:t>
            </a:r>
            <a:r>
              <a:rPr lang="en-US" sz="3200" dirty="0" smtClean="0"/>
              <a:t>Fear of judgment</a:t>
            </a:r>
            <a:endParaRPr lang="en-US" sz="3200" dirty="0" smtClean="0"/>
          </a:p>
          <a:p>
            <a:r>
              <a:rPr lang="en-US" sz="3200" dirty="0" smtClean="0"/>
              <a:t>                        Lack of privacy</a:t>
            </a:r>
            <a:endParaRPr lang="en-US" sz="3200" dirty="0"/>
          </a:p>
          <a:p>
            <a:r>
              <a:rPr lang="en-US" sz="3200" dirty="0" smtClean="0"/>
              <a:t>                        Loneliness &amp;  stress</a:t>
            </a:r>
            <a:endParaRPr lang="en-US" sz="3200" dirty="0" smtClean="0"/>
          </a:p>
          <a:p>
            <a:r>
              <a:rPr lang="en-US" sz="3200" dirty="0" smtClean="0"/>
              <a:t>                       Difficulty asking for help</a:t>
            </a:r>
            <a:endParaRPr lang="en-US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152400" y="47244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“Sometimes, the biggest problem is not having nobody to talk to — it’s not feeling safe enough to talk.”    </a:t>
            </a:r>
            <a:r>
              <a:rPr lang="en-US" b="1" dirty="0" smtClean="0"/>
              <a:t> 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OUR SOLUTION </a:t>
            </a:r>
            <a:br>
              <a:rPr lang="en-US" sz="3600" b="1" dirty="0" smtClean="0"/>
            </a:br>
            <a:r>
              <a:rPr lang="en-US" sz="3200" b="1" dirty="0" smtClean="0"/>
              <a:t>One app. Two ways to talk.</a:t>
            </a:r>
            <a:r>
              <a:rPr lang="en-US" sz="3200" dirty="0" smtClean="0"/>
              <a:t> </a:t>
            </a:r>
            <a:endParaRPr lang="en-US" sz="36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              </a:t>
            </a:r>
            <a:r>
              <a:rPr lang="en-US" sz="3600" dirty="0" smtClean="0"/>
              <a:t>AI LISTENER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8543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Available anytime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Text or voice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Supportive conversation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HUMAN LISTENER</a:t>
            </a:r>
            <a:endParaRPr lang="en-US" sz="36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082925"/>
          </a:xfrm>
        </p:spPr>
        <p:txBody>
          <a:bodyPr/>
          <a:lstStyle/>
          <a:p>
            <a:r>
              <a:rPr lang="en-US" dirty="0" smtClean="0"/>
              <a:t>Trained listener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Private conversation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Human connection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2400" y="5181600"/>
            <a:ext cx="876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                            </a:t>
            </a:r>
            <a:r>
              <a:rPr lang="en-US" sz="2400" b="1" dirty="0" smtClean="0"/>
              <a:t>YOU CHOOSE HOW YOU WANT TO TALK</a:t>
            </a:r>
            <a:r>
              <a:rPr lang="en-US" sz="2400" dirty="0" smtClean="0"/>
              <a:t>.</a:t>
            </a:r>
            <a:endParaRPr lang="en-US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600"/>
              <a:t>WHAT MAKES UNJUDGE DIFFERENT?</a:t>
            </a:r>
            <a:endParaRPr lang="en-US" altLang="en-US" sz="3600"/>
          </a:p>
        </p:txBody>
      </p:sp>
      <p:sp>
        <p:nvSpPr>
          <p:cNvPr id="8" name="Rectangle 7"/>
          <p:cNvSpPr/>
          <p:nvPr/>
        </p:nvSpPr>
        <p:spPr>
          <a:xfrm>
            <a:off x="381000" y="1524000"/>
            <a:ext cx="3563620" cy="1981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 b="1"/>
              <a:t>AI + HUMAN</a:t>
            </a:r>
            <a:endParaRPr lang="en-US" altLang="en-US" sz="2400" b="1"/>
          </a:p>
          <a:p>
            <a:pPr algn="ctr"/>
            <a:r>
              <a:rPr lang="en-US" altLang="en-US"/>
              <a:t>Two ways to receive support.</a:t>
            </a: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80365" y="4200525"/>
            <a:ext cx="3386455" cy="19716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 b="1"/>
              <a:t>NO SOCIAL PRESSURE</a:t>
            </a:r>
            <a:endParaRPr lang="en-US" altLang="en-US" sz="2400" b="1"/>
          </a:p>
          <a:p>
            <a:pPr algn="ctr"/>
            <a:r>
              <a:rPr lang="en-US" altLang="en-US"/>
              <a:t>Talk without worrying about friends or followers.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912360" y="1633855"/>
            <a:ext cx="3602990" cy="19634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 b="1"/>
              <a:t>PRIVACY-FIRST</a:t>
            </a:r>
            <a:endParaRPr lang="en-US" altLang="en-US" sz="2400" b="1"/>
          </a:p>
          <a:p>
            <a:pPr algn="ctr"/>
            <a:r>
              <a:rPr lang="en-US" altLang="en-US"/>
              <a:t>Designed to protect personal conversations.</a:t>
            </a: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834890" y="4267200"/>
            <a:ext cx="3642360" cy="2057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 b="1"/>
              <a:t>SMART HAND-OFF</a:t>
            </a:r>
            <a:endParaRPr lang="en-US" altLang="en-US" sz="2400" b="1"/>
          </a:p>
          <a:p>
            <a:pPr algn="ctr"/>
            <a:r>
              <a:rPr lang="en-US" altLang="en-US"/>
              <a:t>Guidance toward professional support when needed.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TRUST &amp; SAFTEY</a:t>
            </a:r>
            <a:endParaRPr lang="en-US" sz="3600" b="1" dirty="0"/>
          </a:p>
        </p:txBody>
      </p:sp>
      <p:sp>
        <p:nvSpPr>
          <p:cNvPr id="12" name="Rectangle 11"/>
          <p:cNvSpPr/>
          <p:nvPr/>
        </p:nvSpPr>
        <p:spPr>
          <a:xfrm>
            <a:off x="304800" y="1295400"/>
            <a:ext cx="3505200" cy="2362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PRIVACY</a:t>
            </a:r>
            <a:endParaRPr lang="en-US" sz="2400" b="1" dirty="0" smtClean="0"/>
          </a:p>
          <a:p>
            <a:pPr algn="ctr"/>
            <a:r>
              <a:rPr lang="en-US" dirty="0" smtClean="0"/>
              <a:t>Personal conversations are protected.</a:t>
            </a:r>
            <a:endParaRPr lang="en-US" b="1" dirty="0"/>
          </a:p>
        </p:txBody>
      </p:sp>
      <p:sp>
        <p:nvSpPr>
          <p:cNvPr id="13" name="Rectangle 12"/>
          <p:cNvSpPr/>
          <p:nvPr/>
        </p:nvSpPr>
        <p:spPr>
          <a:xfrm>
            <a:off x="4648200" y="1295400"/>
            <a:ext cx="3657600" cy="2362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USER CONTROL</a:t>
            </a:r>
            <a:endParaRPr lang="en-US" sz="2400" b="1" dirty="0" smtClean="0"/>
          </a:p>
          <a:p>
            <a:pPr algn="ctr"/>
            <a:r>
              <a:rPr lang="en-US" dirty="0" smtClean="0"/>
              <a:t>Users choose how they communicate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04800" y="4114800"/>
            <a:ext cx="3657600" cy="2438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TRAINED LISTENERS</a:t>
            </a:r>
            <a:endParaRPr lang="en-US" sz="2400" b="1" dirty="0" smtClean="0"/>
          </a:p>
          <a:p>
            <a:pPr algn="ctr"/>
            <a:r>
              <a:rPr lang="en-US" dirty="0" smtClean="0"/>
              <a:t>Respectful and responsible communication.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648200" y="4038600"/>
            <a:ext cx="3657600" cy="2438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/>
              <a:t>           </a:t>
            </a:r>
            <a:r>
              <a:rPr lang="en-US" sz="2400" b="1" dirty="0" smtClean="0"/>
              <a:t>SAFETY SUPPORT</a:t>
            </a:r>
            <a:endParaRPr lang="en-US" sz="2400" b="1" dirty="0" smtClean="0"/>
          </a:p>
          <a:p>
            <a:r>
              <a:rPr lang="en-US" dirty="0" smtClean="0"/>
              <a:t>             Help when needed.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WHO BENEFITS?</a:t>
            </a:r>
            <a:endParaRPr lang="en-US" sz="3600" b="1" dirty="0"/>
          </a:p>
        </p:txBody>
      </p:sp>
      <p:sp>
        <p:nvSpPr>
          <p:cNvPr id="3" name="Rectangle 2"/>
          <p:cNvSpPr/>
          <p:nvPr/>
        </p:nvSpPr>
        <p:spPr>
          <a:xfrm>
            <a:off x="460829" y="1371600"/>
            <a:ext cx="3352800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             </a:t>
            </a:r>
            <a:r>
              <a:rPr lang="en-US" sz="2400" b="1" dirty="0" smtClean="0"/>
              <a:t>STUDENTS</a:t>
            </a:r>
            <a:endParaRPr lang="en-US" sz="2400" b="1" dirty="0" smtClean="0"/>
          </a:p>
          <a:p>
            <a:pPr algn="ctr"/>
            <a:r>
              <a:rPr lang="en-US" dirty="0" smtClean="0"/>
              <a:t>A safe starting point for difficult conversations.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953000" y="1371600"/>
            <a:ext cx="3352800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Y</a:t>
            </a:r>
            <a:r>
              <a:rPr lang="en-US" sz="2400" b="1" dirty="0" smtClean="0"/>
              <a:t>OUNG ADULT</a:t>
            </a:r>
            <a:endParaRPr lang="en-US" sz="2400" b="1" dirty="0" smtClean="0"/>
          </a:p>
          <a:p>
            <a:pPr algn="ctr"/>
            <a:r>
              <a:rPr lang="en-US" dirty="0" smtClean="0"/>
              <a:t>Support during stress and difficult situations</a:t>
            </a:r>
            <a:r>
              <a:rPr lang="en-US" b="1" dirty="0" smtClean="0"/>
              <a:t>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105400" y="3962400"/>
            <a:ext cx="33528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SCHOOLS &amp; ORGANISATIONS</a:t>
            </a:r>
            <a:endParaRPr lang="en-US" sz="2400" b="1" dirty="0" smtClean="0"/>
          </a:p>
          <a:p>
            <a:pPr algn="ctr"/>
            <a:r>
              <a:rPr lang="en-US" dirty="0" smtClean="0"/>
              <a:t>Another pathway to emotional support.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3962400"/>
            <a:ext cx="3352800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PEOPLE WHO FEEL ALONE</a:t>
            </a:r>
            <a:endParaRPr lang="en-US" sz="2400" dirty="0" smtClean="0"/>
          </a:p>
          <a:p>
            <a:pPr algn="ctr"/>
            <a:r>
              <a:rPr lang="en-US" dirty="0" smtClean="0"/>
              <a:t>A place to start a supportive conversation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HOW CAN UNJUDGE GROW?</a:t>
            </a:r>
            <a:endParaRPr lang="en-US" sz="3600" b="1" dirty="0"/>
          </a:p>
        </p:txBody>
      </p:sp>
      <p:sp>
        <p:nvSpPr>
          <p:cNvPr id="3" name="Rectangle 2"/>
          <p:cNvSpPr/>
          <p:nvPr/>
        </p:nvSpPr>
        <p:spPr>
          <a:xfrm>
            <a:off x="381000" y="1371600"/>
            <a:ext cx="3810000" cy="2362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SOCIAL MEDIA</a:t>
            </a:r>
            <a:endParaRPr lang="en-US" sz="2400" b="1" dirty="0" smtClean="0"/>
          </a:p>
          <a:p>
            <a:pPr algn="ctr"/>
            <a:r>
              <a:rPr lang="en-US" dirty="0" smtClean="0"/>
              <a:t>Short campaigns that encourage people to talk.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4267200"/>
            <a:ext cx="38100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PARTNERSHIPS</a:t>
            </a:r>
            <a:br>
              <a:rPr lang="en-US" dirty="0" smtClean="0"/>
            </a:br>
            <a:r>
              <a:rPr lang="en-US" dirty="0" smtClean="0"/>
              <a:t>Work with wellbeing organizations and professionals.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105400" y="1371600"/>
            <a:ext cx="3810000" cy="2362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SCHOOLS &amp; COLLEGES</a:t>
            </a:r>
            <a:br>
              <a:rPr lang="en-US" dirty="0" smtClean="0"/>
            </a:br>
            <a:r>
              <a:rPr lang="en-US" dirty="0" smtClean="0"/>
              <a:t>Make support easier to discover.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105400" y="4267200"/>
            <a:ext cx="38100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BUSINESS MODEL</a:t>
            </a:r>
            <a:br>
              <a:rPr lang="en-US" dirty="0" smtClean="0"/>
            </a:br>
            <a:r>
              <a:rPr lang="en-US" dirty="0" smtClean="0"/>
              <a:t>Free basic support + optional paid human sessions.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600" b="1"/>
              <a:t>IS IT PRACTICAL?</a:t>
            </a:r>
            <a:endParaRPr lang="en-US" altLang="en-US" sz="3600" b="1"/>
          </a:p>
        </p:txBody>
      </p:sp>
      <p:sp>
        <p:nvSpPr>
          <p:cNvPr id="4" name="Rectangle 3"/>
          <p:cNvSpPr/>
          <p:nvPr/>
        </p:nvSpPr>
        <p:spPr>
          <a:xfrm>
            <a:off x="381000" y="1371600"/>
            <a:ext cx="3733800" cy="2057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 b="1"/>
              <a:t>EXISTING TECHNOLOGY</a:t>
            </a:r>
            <a:endParaRPr lang="en-US" altLang="en-US" sz="2400" b="1"/>
          </a:p>
          <a:p>
            <a:pPr algn="ctr"/>
            <a:r>
              <a:rPr lang="en-US" altLang="en-US"/>
              <a:t>AI, voice and secure cloud systems already exist.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4038600"/>
            <a:ext cx="3657600" cy="2133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 b="1"/>
              <a:t>SAFETY BY DESIGN</a:t>
            </a:r>
            <a:endParaRPr lang="en-US" altLang="en-US" sz="2400" b="1"/>
          </a:p>
          <a:p>
            <a:pPr algn="ctr"/>
            <a:r>
              <a:rPr lang="en-US" altLang="en-US"/>
              <a:t>Build privacy and safety features from the start.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029200" y="1371600"/>
            <a:ext cx="3677285" cy="2133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 b="1"/>
              <a:t>START SMALL</a:t>
            </a:r>
            <a:endParaRPr lang="en-US" altLang="en-US" sz="2400" b="1"/>
          </a:p>
          <a:p>
            <a:pPr algn="ctr"/>
            <a:r>
              <a:rPr lang="en-US" altLang="en-US"/>
              <a:t>Begin with AI text support, then expand.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843780" y="4038600"/>
            <a:ext cx="3766820" cy="20104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 b="1"/>
              <a:t>FUTURE EXPANSION</a:t>
            </a:r>
            <a:endParaRPr lang="en-US" altLang="en-US" sz="2400" b="1"/>
          </a:p>
          <a:p>
            <a:pPr algn="ctr"/>
            <a:r>
              <a:rPr lang="en-US" altLang="en-US"/>
              <a:t>Partner with schools, colleges and organisations.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AICARD_INVALID" val="Invalid"/>
</p:tagLst>
</file>

<file path=ppt/tags/tag2.xml><?xml version="1.0" encoding="utf-8"?>
<p:tagLst xmlns:p="http://schemas.openxmlformats.org/presentationml/2006/main">
  <p:tag name="KSO_WM_AICARD_INVALID" val="Invalid"/>
</p:tagLst>
</file>

<file path=ppt/tags/tag3.xml><?xml version="1.0" encoding="utf-8"?>
<p:tagLst xmlns:p="http://schemas.openxmlformats.org/presentationml/2006/main">
  <p:tag name="KSO_WM_AICARD_INVALID" val="Invalid"/>
</p:tagLst>
</file>

<file path=ppt/tags/tag4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2200</Words>
  <Application>WPS Presentation</Application>
  <PresentationFormat>On-screen Show (4:3)</PresentationFormat>
  <Paragraphs>115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OUR SOLUTION  One app. Two ways to talk. </vt:lpstr>
      <vt:lpstr>PowerPoint 演示文稿</vt:lpstr>
      <vt:lpstr>WHAT MAKES UNJUDGE DIFFERENT?</vt:lpstr>
      <vt:lpstr>TRUST &amp; SAFTEY</vt:lpstr>
      <vt:lpstr>WHO BENEFITS?</vt:lpstr>
      <vt:lpstr>HOW CAN UNJUDGE GROW?</vt:lpstr>
      <vt:lpstr>IS IT PRACTICAL?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Harshit Malviya</cp:lastModifiedBy>
  <cp:revision>21</cp:revision>
  <dcterms:created xsi:type="dcterms:W3CDTF">2026-10-01T11:14:00Z</dcterms:created>
  <dcterms:modified xsi:type="dcterms:W3CDTF">2026-10-01T15:35:11Z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3B445C7499FB4145BDF59C70D59E5CC4_12</vt:lpwstr>
  </property>
  <property fmtid="{D5CDD505-2E9C-101B-9397-08002B2CF9AE}" pid="3" name="KSOProductBuildVer">
    <vt:lpwstr>1033-12.1.0.28485</vt:lpwstr>
  </property>
</Properties>
</file>